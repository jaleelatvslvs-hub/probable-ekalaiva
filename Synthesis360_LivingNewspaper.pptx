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8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046720" y="274320"/>
            <a:ext cx="822960" cy="82296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503920" y="6400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 Higher Secondary School, Madurai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Ekalaiva Curriculum · Class 7 · Term I · Synthesis 360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Living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Newspaper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become journalists who investigate, measure, write about,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present the real world around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434840"/>
            <a:ext cx="1920240" cy="320040"/>
          </a:xfrm>
          <a:prstGeom prst="rect">
            <a:avLst/>
          </a:prstGeom>
          <a:solidFill>
            <a:srgbClr val="2A6DD9"/>
          </a:solidFill>
          <a:ln w="12700">
            <a:solidFill>
              <a:srgbClr val="2A6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4434840"/>
            <a:ext cx="1920240" cy="320040"/>
          </a:xfrm>
          <a:prstGeom prst="rect">
            <a:avLst/>
          </a:prstGeom>
          <a:solidFill>
            <a:srgbClr val="D97B2A"/>
          </a:solidFill>
          <a:ln w="12700">
            <a:solidFill>
              <a:srgbClr val="D9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6032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4434840"/>
            <a:ext cx="1920240" cy="320040"/>
          </a:xfrm>
          <a:prstGeom prst="rect">
            <a:avLst/>
          </a:prstGeom>
          <a:solidFill>
            <a:srgbClr val="2A9B5E"/>
          </a:solidFill>
          <a:ln w="12700">
            <a:solidFill>
              <a:srgbClr val="2A9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4434840"/>
            <a:ext cx="1920240" cy="320040"/>
          </a:xfrm>
          <a:prstGeom prst="rect">
            <a:avLst/>
          </a:prstGeom>
          <a:solidFill>
            <a:srgbClr val="9B2A6E"/>
          </a:solidFill>
          <a:ln w="12700">
            <a:solidFill>
              <a:srgbClr val="9B2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Studies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“The Living Newspaper”?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124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not passive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356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just describe their area — they investigate it like professionals, which creates urgency and purpose.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47488" y="1124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subject connected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47488" y="14356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Maths, Science, and Social Studies each have a clear role — not just mentioned, but actually needed to complete the project.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" y="3044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558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journalist gives students a professional identity — reporter, editor, data analyst — making the work feel meaningful.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46320" y="288036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47488" y="3044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conference finale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335584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8's Q&amp;A forces students to defend their findings, building critical thinking that a standard presentation does not.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every subject connects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2029968" cy="502920"/>
          </a:xfrm>
          <a:prstGeom prst="rect">
            <a:avLst/>
          </a:prstGeom>
          <a:solidFill>
            <a:srgbClr val="2A6DD9"/>
          </a:solidFill>
          <a:ln w="12700">
            <a:solidFill>
              <a:srgbClr val="2A6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168" y="91440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148132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write the paper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2011680"/>
            <a:ext cx="1865376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news reports &amp; descriptive pieces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community members (E704)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editorial / complaint letter (E703)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travelogue as a mentor text (E715)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determiners, prepositions, perfect tenses in articles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91440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95728" y="914400"/>
            <a:ext cx="2029968" cy="502920"/>
          </a:xfrm>
          <a:prstGeom prst="rect">
            <a:avLst/>
          </a:prstGeom>
          <a:solidFill>
            <a:srgbClr val="D97B2A"/>
          </a:solidFill>
          <a:ln w="12700">
            <a:solidFill>
              <a:srgbClr val="D9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95728" y="91440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05456" y="148132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9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reporters crunch numbers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87168" y="2011680"/>
            <a:ext cx="1865376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20 families → bar graph &amp; pictograph (M721)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mean, median of commute distances (M719)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school ground / road area (M716)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geometric shapes in buildings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91440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90288" y="914400"/>
            <a:ext cx="2029968" cy="502920"/>
          </a:xfrm>
          <a:prstGeom prst="rect">
            <a:avLst/>
          </a:prstGeom>
          <a:solidFill>
            <a:srgbClr val="2A9B5E"/>
          </a:solidFill>
          <a:ln w="12700">
            <a:solidFill>
              <a:srgbClr val="2A9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90288" y="91440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0016" y="148132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beat reporters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81728" y="2011680"/>
            <a:ext cx="1865376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local water sources (S706, S714)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building materials: brick, cement, sand (S701)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distance home to school — motion unit (S708)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local health &amp; hygiene issues (S713)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84848" y="914400"/>
            <a:ext cx="202996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84848" y="914400"/>
            <a:ext cx="2029968" cy="502920"/>
          </a:xfrm>
          <a:prstGeom prst="rect">
            <a:avLst/>
          </a:prstGeom>
          <a:solidFill>
            <a:srgbClr val="9B2A6E"/>
          </a:solidFill>
          <a:ln w="12700">
            <a:solidFill>
              <a:srgbClr val="9B2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84848" y="91440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Studies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1481328"/>
            <a:ext cx="181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9B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 &amp; civics desk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76288" y="2011680"/>
            <a:ext cx="1865376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population density of neighbourhood (SS711)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on livelihoods of traders / farmers (SS715)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Q&amp;A with a local official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panchayat vs state government (SS725)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8-week plan at a glance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868680"/>
          <a:ext cx="8046720" cy="4114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Newspaper Beat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students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neighbourhood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the area, sketch a map, identify landmarks, spot governance signboards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· 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Shapes in the 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Photograph 5 buildings, identify shapes, measure dimensions, note materials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 · Science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our water like?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water sources, run cleanliness observation, write environment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 · 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and their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1 worker, write human interest profile, link livelihood to geography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 · 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numbers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20 families on transport, draw bar graph &amp; pictograph, find mean commute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Maths · 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hygiene desk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3 health issues, write awareness article, design hygiene poster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 · 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runs our area?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governance chart, write mock interview with councillor, write complaint letter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 · English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 issue – press conference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 newspaper, present beats, answer audience Q&amp;A, vote for awards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subjects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activities — weeks 1 &amp;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Our neighbourhood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from school to nearest market, note 5 landmarks and sketch a hand-drawn map with labels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any panchayat / municipality/Government office signboard — note what services it covers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4-sentence introduction to their area — the opening paragraph of the newspaper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66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group roles: Editor, Reporter (Science), Reporter (Civics), Data Reporter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Social Studies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Shapes in the city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00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00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5 buildings / structures near school, label each geometric shape found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00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school ground or classroom using a tape — calculate the area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00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'Did you know?' box for the newspaper: shapes in architecture and why they are used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00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materials used in each building (brick, cement, wood, glass) — feeds Week 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activities — weeks 3 &amp;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What's our water like?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water sources in the area (borewell, river, public tap) — mark them on the 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tap water sample in a clear bottle: observe colour, smell, and clarity; record in a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science report: building materials observed in Week 2 — what they are, why builders choose them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66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newspaper article — 'Is our water safe?' — presenting findings and one possible solution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· English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People and their work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00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00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one worker (vendor, farmer, auto driver, tailor) using 5 prepared questions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00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does their livelihood depend on local geography? Link to SS715 topic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00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'People of our area' profile — first-person biography of the person interviewed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00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marks perfect tense usage ('I have been selling vegetables for 15 years') in the profile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Studies · English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activities — weeks 5 &amp; 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By the numbers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20 families / classmates: 'How do you travel to school / work?' — tally results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bar graph and a pictograph (1 icon = 2 families), label all axes with a title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10 classmates their commute distance — calculate mean, median, and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66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'Does more population mean more bus routes? Does our data agree?'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Social Studies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Health &amp; hygiene desk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00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00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 common health problems in the community — cause, how it spreads, how to prevent 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00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newspaper article: 'Stay safe this monsoon' or 'Why our street smells and what we can do'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00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hand-drawn hygiene poster: 5 tips with a heading and at least one diagram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00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sentences arguing one side of: 'Whose job is it to keep the street clean?'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· English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activities — weeks 7 &amp; 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3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Who runs our area?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66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governance hierarchy: Ward Councillor → Municipality → District → State → Centre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mock Q&amp;A as if interviewing the ward councillor — 5 questions and answers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Venn diagram: panchayat vs state government powers; write one summary paragraph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66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formal complaint letter to the ward office about a real local problem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Studies · English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868680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868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· The big issue — press conference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0016" y="1499616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0016" y="1499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10912" y="14630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all articles, graphs, maps, profiles, and posters into a 4-page handmade newspaper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0016" y="2249424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0016" y="22494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22128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introduces the paper; each reporter presents their beat in 1 minute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0016" y="2999232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0016" y="29992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10912" y="296265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(classmates + teacher) asks 3 questions — students answer using evidence from their work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0016" y="3749040"/>
            <a:ext cx="237744" cy="23774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0016" y="37490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10912" y="371246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votes on awards: Best Headline, Best Data Report, Best Interview, Most Surprising Finding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solidFill>
            <a:srgbClr val="E0F4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00016" y="4453128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subjects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students hand 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43200" cy="73152"/>
          </a:xfrm>
          <a:prstGeom prst="rect">
            <a:avLst/>
          </a:prstGeom>
          <a:solidFill>
            <a:srgbClr val="2A6DD9"/>
          </a:solidFill>
          <a:ln w="12700">
            <a:solidFill>
              <a:srgbClr val="2A6D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3192" y="10332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6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93192" y="15270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Newspaper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93192" y="185623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handmade / typed community newspaper with articles from every beat — science, civics, data, and people.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743200" cy="73152"/>
          </a:xfrm>
          <a:prstGeom prst="rect">
            <a:avLst/>
          </a:prstGeom>
          <a:solidFill>
            <a:srgbClr val="D97B2A"/>
          </a:solidFill>
          <a:ln w="12700">
            <a:solidFill>
              <a:srgbClr val="D97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19272" y="10332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97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19272" y="15270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19272" y="185623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graph + pictograph drawn from real survey data, with mean, median, and mode calculated and explained.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8686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80760" y="868680"/>
            <a:ext cx="2743200" cy="73152"/>
          </a:xfrm>
          <a:prstGeom prst="rect">
            <a:avLst/>
          </a:prstGeom>
          <a:solidFill>
            <a:srgbClr val="9B2A6E"/>
          </a:solidFill>
          <a:ln w="12700">
            <a:solidFill>
              <a:srgbClr val="9B2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5352" y="10332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B2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45352" y="15270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letter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185623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letter to the ward office addressing a genuine local problem, using correct letter format and grammar.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2743200" cy="73152"/>
          </a:xfrm>
          <a:prstGeom prst="rect">
            <a:avLst/>
          </a:prstGeom>
          <a:solidFill>
            <a:srgbClr val="2A9B5E"/>
          </a:solidFill>
          <a:ln w="12700">
            <a:solidFill>
              <a:srgbClr val="2A9B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3192" y="30906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9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93192" y="35844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field report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3192" y="391363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source observation record + building materials classification — both supported by sketches and a verdict.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54680" y="292608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19272" y="309067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319272" y="358444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conference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19272" y="3913632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their beat as reporters and answers 3 audience questions using evidence from their 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students develop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syllabus — what this project truly builds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51760" cy="1463040"/>
          </a:xfrm>
          <a:prstGeom prst="rect">
            <a:avLst/>
          </a:prstGeom>
          <a:solidFill>
            <a:srgbClr val="1E3A44"/>
          </a:solidFill>
          <a:ln w="12700">
            <a:solidFill>
              <a:srgbClr val="2A5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0352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notice what's around them — shapes, materials, governance, health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651760" cy="1463040"/>
          </a:xfrm>
          <a:prstGeom prst="rect">
            <a:avLst/>
          </a:prstGeom>
          <a:solidFill>
            <a:srgbClr val="1E3A44"/>
          </a:solidFill>
          <a:ln w="12700">
            <a:solidFill>
              <a:srgbClr val="2A5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10712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data through interviews, surveys, and field observation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08760"/>
            <a:ext cx="2651760" cy="1463040"/>
          </a:xfrm>
          <a:prstGeom prst="rect">
            <a:avLst/>
          </a:prstGeom>
          <a:solidFill>
            <a:srgbClr val="1E3A44"/>
          </a:solidFill>
          <a:ln w="12700">
            <a:solidFill>
              <a:srgbClr val="2A5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91072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present, and defend findings in front of an audience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651760" cy="1463040"/>
          </a:xfrm>
          <a:prstGeom prst="rect">
            <a:avLst/>
          </a:prstGeom>
          <a:solidFill>
            <a:srgbClr val="1E3A44"/>
          </a:solidFill>
          <a:ln w="12700">
            <a:solidFill>
              <a:srgbClr val="2A5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3383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thinking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live questions, connect evidence to argument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200400"/>
            <a:ext cx="2651760" cy="1463040"/>
          </a:xfrm>
          <a:prstGeom prst="rect">
            <a:avLst/>
          </a:prstGeom>
          <a:solidFill>
            <a:srgbClr val="1E3A44"/>
          </a:solidFill>
          <a:ln w="12700">
            <a:solidFill>
              <a:srgbClr val="2A5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10712" y="3383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0712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roles, merge work into one coherent newspaper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200400"/>
            <a:ext cx="2651760" cy="1463040"/>
          </a:xfrm>
          <a:prstGeom prst="rect">
            <a:avLst/>
          </a:prstGeom>
          <a:solidFill>
            <a:srgbClr val="1E3A44"/>
          </a:solidFill>
          <a:ln w="12700">
            <a:solidFill>
              <a:srgbClr val="2A5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3200400"/>
            <a:ext cx="265176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91072" y="33832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application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1072" y="37490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classroom concept mapped to something they can see and touch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3474720"/>
            <a:ext cx="1645920" cy="164592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student</a:t>
            </a:r>
            <a:endParaRPr lang="en-US" sz="4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journalist.</a:t>
            </a:r>
            <a:endParaRPr lang="en-US" sz="4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street</a:t>
            </a:r>
            <a:endParaRPr lang="en-US" sz="4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story.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360 · Class 7 · Term 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TVS Higher Secondary School, Madurai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1430</Words>
  <Application>Microsoft Office PowerPoint</Application>
  <PresentationFormat>On-screen Show (16:9)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Living Newspaper – Synthesis 360</dc:title>
  <dc:subject>PptxGenJS Presentation</dc:subject>
  <dc:creator>PptxGenJS</dc:creator>
  <cp:lastModifiedBy>SATHYA SANTHAR</cp:lastModifiedBy>
  <cp:revision>2</cp:revision>
  <dcterms:created xsi:type="dcterms:W3CDTF">2026-05-15T11:16:27Z</dcterms:created>
  <dcterms:modified xsi:type="dcterms:W3CDTF">2026-05-15T11:19:08Z</dcterms:modified>
</cp:coreProperties>
</file>